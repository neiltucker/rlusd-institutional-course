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28016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— DAY 1 OF 1 — CAPSTONE LAB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420624"/>
            <a:ext cx="8503920" cy="475488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RLUSD Stablecoin Payments for Institutions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85039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Arcadia Insurance Group: RLUSD-Based Claims Settlement Infrastructure Design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9019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windows  ·  ~240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24942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Integrated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523744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Ripple USD documentation to identify technical specifications and integration requirements for institutional payment systems</a:t>
            </a:r>
            <a:pPr algn="l" marL="342900" indent="-342900"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Ripple API interactive tools to explore payment endpoints and transaction submission workflows</a:t>
            </a:r>
            <a:pPr algn="l" marL="342900" indent="-342900"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and evaluate liquidity pathways using XRPL testnet accounts and currency pairs</a:t>
            </a:r>
            <a:pPr algn="l" marL="342900" indent="-342900"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regulatory compliance requirements to institutional use cases using Ripple documentation and regulatory frameworks</a:t>
            </a:r>
            <a:pPr algn="l" marL="342900" indent="-342900"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simulate a multi-jurisdictional payment scenario combining treasury operations, compliance controls, and settlement workflows</a:t>
            </a:r>
            <a:pPr algn="l" marL="342900" indent="-342900"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cost structure and operational readiness using Ripple's enterprise resources and case study materials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3657600"/>
            <a:ext cx="850392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758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Suggested: encourage students to take a short break every 30–45 minutes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3931920"/>
            <a:ext cx="8503920" cy="640080"/>
          </a:xfrm>
          <a:prstGeom prst="rect">
            <a:avLst/>
          </a:prstGeom>
          <a:solidFill>
            <a:srgbClr val="FEFCE8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593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Instructor note: Begin the afternoon session with a 5-10 minute orientation emphasizing this is NOT a guided lab—it's a professional deliverable. Clarify that students should approach this as they would a real work 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4745736"/>
            <a:ext cx="9144000" cy="3977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7731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RUSD-001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RLUSD Stablecoin Payments for Institutions — Capstone Slides</dc:title>
  <dc:subject>RLUSD Stablecoin Payments for Institutions — Capstone Labs</dc:subject>
  <dc:creator>RLUSD Stablecoin Payments for Institutions</dc:creator>
  <cp:lastModifiedBy>RLUSD Stablecoin Payments for Institutions</cp:lastModifiedBy>
  <cp:revision>1</cp:revision>
  <dcterms:created xsi:type="dcterms:W3CDTF">2026-04-01T15:12:25Z</dcterms:created>
  <dcterms:modified xsi:type="dcterms:W3CDTF">2026-04-01T15:12:25Z</dcterms:modified>
</cp:coreProperties>
</file>